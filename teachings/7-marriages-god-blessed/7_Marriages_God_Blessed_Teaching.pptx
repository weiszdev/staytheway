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TEACHING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926080" y="1005840"/>
            <a:ext cx="548640" cy="548640"/>
          </a:xfrm>
          <a:prstGeom prst="ellipse">
            <a:avLst/>
          </a:prstGeom>
          <a:ln w="28575">
            <a:solidFill>
              <a:srgbClr val="D4A8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1005840"/>
            <a:ext cx="548640" cy="548640"/>
          </a:xfrm>
          <a:prstGeom prst="ellipse">
            <a:avLst/>
          </a:prstGeom>
          <a:ln w="28575">
            <a:solidFill>
              <a:srgbClr val="C97B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2880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Marriages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God Blessed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38862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 Over Judgment —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Husbands &amp; Wives Complement Each Other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STAYTHEWAY MINISTRY  —  WEEK 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5486400"/>
            <a:ext cx="6035040" cy="2011680"/>
          </a:xfrm>
          <a:prstGeom prst="roundRect">
            <a:avLst>
              <a:gd name="adj" fmla="val 3636"/>
            </a:avLst>
          </a:prstGeom>
          <a:solidFill>
            <a:srgbClr val="06112B"/>
          </a:solidFill>
          <a:ln w="15875">
            <a:solidFill>
              <a:srgbClr val="D4A8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6235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“Husbands, love your wives, even as Christ also loved the church, and gave himself for it.”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Ephesians 5:25 (KJV)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76078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staytheway.com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We've Been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943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  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Pillars of a Faithful Man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  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Pillars of a Faithful Woman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  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Psalm 40: The New Song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  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IDs of a Fake Christian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  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Romans 7: The War Within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  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Romans 8: Life in the Spirit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  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or Flesh — Galatians 5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  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It Together: The Servant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   </a:t>
            </a:r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Pillars of Disobedience: Jonah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WEEK 10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956048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been looking at individuals. Today we look at two people walking together. Marriage is the first institution God created — and the metaphor He chose for Christ and the Church.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11480" y="6263640"/>
            <a:ext cx="6035040" cy="1600200"/>
          </a:xfrm>
          <a:prstGeom prst="roundRect">
            <a:avLst>
              <a:gd name="adj" fmla="val 4571"/>
            </a:avLst>
          </a:prstGeom>
          <a:solidFill>
            <a:srgbClr val="06112B"/>
          </a:solidFill>
          <a:ln w="15875">
            <a:solidFill>
              <a:srgbClr val="D4A8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640080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marriages. 7 blessings.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i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moments of grace over judgment.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i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pointing to Jesus.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63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  </a:t>
            </a:r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ABRAHAM &amp; SARAH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34440" y="676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Promise Keepers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BLESSING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built an entire nation through their marriage — even when they couldn't see how.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COMPLEMENT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was the risk-taker — leaving everything on God's word. Sarah was the builder — creating a home in the wilderness, managing the household, enduring decades of waiting.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63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  </a:t>
            </a:r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ABRAHAM &amp; SARAH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34440" y="676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 Over Judgment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SHORTCOMING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gave Hagar to Abraham (Gen 16). Abraham went along with it. Both tried to manufacture God's promise through human engineering.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402336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06112B"/>
          </a:solidFill>
          <a:ln w="19050">
            <a:solidFill>
              <a:srgbClr val="C97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5196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spc="20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GRACE MOMENT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never threw it back in her face. Sarah never blamed him for agreeing. When Isaac came, they celebrated together — not “I told you so” but “God kept His word.”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28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&amp; SARAH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“Through faith also Sara herself received strength to conceive seed, and was delivered of a child when she was past age, because she judged him faithful who had promised.”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Hebrews 11:11 (KJV)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4663440"/>
            <a:ext cx="6035040" cy="1783080"/>
          </a:xfrm>
          <a:prstGeom prst="roundRect">
            <a:avLst>
              <a:gd name="adj" fmla="val 4103"/>
            </a:avLst>
          </a:prstGeom>
          <a:solidFill>
            <a:srgbClr val="06112B"/>
          </a:solidFill>
          <a:ln w="19050">
            <a:solidFill>
              <a:srgbClr val="C97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828032"/>
            <a:ext cx="5486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spc="20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JESUS BRIDGE</a:t>
            </a:r>
            <a:endParaRPr lang="en-US" sz="13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never reminds us of the shortcuts we took before we trusted Him. He fulfills the promise — not our attempts to help Him.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8368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— THIS WEEK</a:t>
            </a:r>
            <a:endParaRPr lang="en-US" sz="135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and your spouse trying to manufacture what God has promised? Name it. Let it go. Wait together.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75712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ALSO   </a:t>
            </a:r>
            <a:pPr indent="0" marL="0">
              <a:buNone/>
            </a:pPr>
            <a:r>
              <a:rPr lang="en-US" sz="14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12:1-4  ·  Genesis 16  ·  Genesis 21:1-7  ·  1 Peter 3:6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63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  </a:t>
            </a:r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ISAAC &amp; REBEKAH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34440" y="676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Prayed-For Pair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BLESSING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prayed for his barren wife for 20 years — and God answered with twin nations.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COMPLEMENT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was steady, quiet, meditative (Gen 24:63). Rebekah was decisive, bold, hospitable — she watered ten camels without being asked. He brought the patience; she brought the courage.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63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  </a:t>
            </a:r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ISAAC &amp; REBEKAH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34440" y="676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 Over Judgment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SHORTCOMING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Rebekah deceived Isaac to secure the blessing for Jacob (Gen 27). She played favorites. He was passive.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402336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06112B"/>
          </a:solidFill>
          <a:ln w="19050">
            <a:solidFill>
              <a:srgbClr val="C97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5196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spc="20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GRACE MOMENT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Isaac, even after discovering the deception, confirmed the blessing instead of cursing. He chose God's sovereignty over his own hurt.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28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&amp; REBEKAH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“And Isaac intreated the LORD for his wife, because she was barren: and the LORD was intreated of him, and Rebekah his wife conceived.”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Genesis 25:21 (KJV)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4663440"/>
            <a:ext cx="6035040" cy="1783080"/>
          </a:xfrm>
          <a:prstGeom prst="roundRect">
            <a:avLst>
              <a:gd name="adj" fmla="val 4103"/>
            </a:avLst>
          </a:prstGeom>
          <a:solidFill>
            <a:srgbClr val="06112B"/>
          </a:solidFill>
          <a:ln w="19050">
            <a:solidFill>
              <a:srgbClr val="C97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828032"/>
            <a:ext cx="5486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spc="20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JESUS BRIDGE</a:t>
            </a:r>
            <a:endParaRPr lang="en-US" sz="13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Jesus, even when we manipulate circumstances instead of trusting His timing, still confirms the blessing. He doesn't withdraw grace because we mishandled the process.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8368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— THIS WEEK</a:t>
            </a:r>
            <a:endParaRPr lang="en-US" sz="135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praying for your spouse — or just frustrated with them? Shift from complaint to intercession this week.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75712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ALSO   </a:t>
            </a:r>
            <a:pPr indent="0" marL="0">
              <a:buNone/>
            </a:pPr>
            <a:r>
              <a:rPr lang="en-US" sz="14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24:63-67  ·  Genesis 27  ·  Romans 9:10-13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63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BOAZ &amp; RUTH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676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Redeemer &amp; The Redeemed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BLESSING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Moabite widow and a Bethlehem landowner produced the line of King David — and of Jesus.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COMPLEMENT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 brought loyalty beyond reason — she left everything to follow. Boaz brought protection, provision, and dignity — he didn't just help, he honored her publicly.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63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BOAZ &amp; RUTH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676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 Over Judgment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SHORTCOMING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Ruth's bold move on the threshing floor (Ruth 3) was risky and unconventional — it could have been misread or exploited.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402336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06112B"/>
          </a:solidFill>
          <a:ln w="19050">
            <a:solidFill>
              <a:srgbClr val="C97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5196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spc="20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GRACE MOMENT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Boaz didn't shame her for coming to the threshing floor. He called her “blessed” and protected her reputation. He covered her — literally and figuratively.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28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BOAZ &amp; RUTH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“And now, my daughter, fear not; I will do to thee all that thou requirest: for all the city of my people doth know that thou art a virtuous woman.”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Ruth 3:11 (KJV)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4663440"/>
            <a:ext cx="6035040" cy="1783080"/>
          </a:xfrm>
          <a:prstGeom prst="roundRect">
            <a:avLst>
              <a:gd name="adj" fmla="val 4103"/>
            </a:avLst>
          </a:prstGeom>
          <a:solidFill>
            <a:srgbClr val="06112B"/>
          </a:solidFill>
          <a:ln w="19050">
            <a:solidFill>
              <a:srgbClr val="C97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828032"/>
            <a:ext cx="5486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spc="20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JESUS BRIDGE</a:t>
            </a:r>
            <a:endParaRPr lang="en-US" sz="13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is our Kinsman-Redeemer. He doesn't exploit our vulnerability — He covers it. He doesn't shame our past — He calls us “blessed” and redeems our story.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8368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— THIS WEEK</a:t>
            </a:r>
            <a:endParaRPr lang="en-US" sz="135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you cover your spouse this week — protect their reputation, honor their vulnerability, speak well of them publicly?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75712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ALSO   </a:t>
            </a:r>
            <a:pPr indent="0" marL="0">
              <a:buNone/>
            </a:pPr>
            <a:r>
              <a:rPr lang="en-US" sz="14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 1:16-17  ·  Ruth 2:8-12  ·  Ruth 4:13-17  ·  Matthew 1:5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63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  </a:t>
            </a:r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ELKANAH &amp; HANNAH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34440" y="676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Comforter &amp; The Surrenderer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BLESSING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Hannah's surrendered son Samuel became Israel's greatest prophet-judge, anointing both Saul and David.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COMPLEMENT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Hannah brought radical devotion — pouring out her soul before God with tears nobody else understood. Elkanah brought faithful presence — he loved her extra, stayed close, and didn't pretend her pain was small.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63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  </a:t>
            </a:r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ELKANAH &amp; HANNAH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234440" y="676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 Over Judgment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SHORTCOMING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Elkanah's clumsy question: “Am I not better to you than ten sons?” (1 Sam 1:8). He meant well but minimized her grief.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402336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06112B"/>
          </a:solidFill>
          <a:ln w="19050">
            <a:solidFill>
              <a:srgbClr val="C97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5196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spc="20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GRACE MOMENT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Hannah didn't lash out at his poor words. She took her pain to God instead — and Elkanah let her go to Shiloh, supported her vow, and never tried to take it back.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28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ELKANAH &amp; HANNAH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“For this child I prayed; and the LORD hath given me my petition which I asked of him: Therefore also I have lent him to the LORD; as long as he liveth he shall be lent to the LORD.”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 Samuel 1:27-28 (KJV)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4663440"/>
            <a:ext cx="6035040" cy="1783080"/>
          </a:xfrm>
          <a:prstGeom prst="roundRect">
            <a:avLst>
              <a:gd name="adj" fmla="val 4103"/>
            </a:avLst>
          </a:prstGeom>
          <a:solidFill>
            <a:srgbClr val="06112B"/>
          </a:solidFill>
          <a:ln w="19050">
            <a:solidFill>
              <a:srgbClr val="C97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828032"/>
            <a:ext cx="5486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spc="20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JESUS BRIDGE</a:t>
            </a:r>
            <a:endParaRPr lang="en-US" sz="13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doesn't say “Am I not enough?” when we grieve. He weeps with us (John 11:35). He sits in our pain before He speaks to it.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8368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— THIS WEEK</a:t>
            </a:r>
            <a:endParaRPr lang="en-US" sz="135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spouse is hurting, are you fixing or sitting? This week, choose presence over solutions.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75712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ALSO   </a:t>
            </a:r>
            <a:pPr indent="0" marL="0">
              <a:buNone/>
            </a:pPr>
            <a:r>
              <a:rPr lang="en-US" sz="14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Samuel 2:1-10  ·  1 Samuel 2:18-21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63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  </a:t>
            </a:r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AQUILA &amp; PRISCILLA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676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Co-Laborers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BLESSING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hosted house churches across the Roman Empire, discipled Apollos, and risked their necks for Paul.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COMPLEMENT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named together — never one without the other. Priscilla is named first in 4 of 6 references, suggesting she may have been the primary teacher. Aquila brought the trade (tentmaking); together they built a platform for the gospel.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63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  </a:t>
            </a:r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AQUILA &amp; PRISCILLA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676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 Over Judgment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SHORTCOMING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were refugees — expelled from Rome under Claudius (Acts 18:2). Displaced, uprooted, starting over with nothing.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402336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06112B"/>
          </a:solidFill>
          <a:ln w="19050">
            <a:solidFill>
              <a:srgbClr val="C97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5196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spc="20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GRACE MOMENT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recorded blaming the other for their circumstances. They turned exile into mission — every city they landed in became a church plant.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28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AQUILA &amp; PRISCILLA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“Greet Priscilla and Aquila my helpers in Christ Jesus: who have for my life laid down their own necks: unto whom not only I give thanks, but also all the churches of the Gentiles. Likewise greet the church that is in their house.”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Romans 16:3-5 (KJV)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4663440"/>
            <a:ext cx="6035040" cy="1783080"/>
          </a:xfrm>
          <a:prstGeom prst="roundRect">
            <a:avLst>
              <a:gd name="adj" fmla="val 4103"/>
            </a:avLst>
          </a:prstGeom>
          <a:solidFill>
            <a:srgbClr val="06112B"/>
          </a:solidFill>
          <a:ln w="19050">
            <a:solidFill>
              <a:srgbClr val="C97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828032"/>
            <a:ext cx="5486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spc="20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JESUS BRIDGE</a:t>
            </a:r>
            <a:endParaRPr lang="en-US" sz="13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turned His own displacement (heaven to earth) into the greatest rescue mission in history. He turns our disruptions into deployments.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8368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— THIS WEEK</a:t>
            </a:r>
            <a:endParaRPr lang="en-US" sz="135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and your spouse building something together for God — or just coexisting? Name one thing you can serve in as a team.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75712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ALSO   </a:t>
            </a:r>
            <a:pPr indent="0" marL="0">
              <a:buNone/>
            </a:pPr>
            <a:r>
              <a:rPr lang="en-US" sz="14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18:1-4  ·  Acts 18:24-26  ·  1 Cor 16:19  ·  2 Tim 4:19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63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#6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JOSEPH &amp; MARY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676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Trusters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BLESSING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raised the Son of God. The most consequential parenting assignment in human history.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COMPLEMENT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brought radical surrender — “Let it be to me according to your word.” Joseph brought quiet obedience — he didn't need the spotlight, just the next instruction. She said yes publicly; he obeyed privately.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63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#6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JOSEPH &amp; MARY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676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 Over Judgment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SHORTCOMING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Joseph's first instinct was to divorce her quietly (Matt 1:19). He assumed the worst before God spoke.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402336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06112B"/>
          </a:solidFill>
          <a:ln w="19050">
            <a:solidFill>
              <a:srgbClr val="C97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5196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spc="20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GRACE MOMENT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angel corrected him, Joseph didn't defend his assumption — he immediately obeyed. And Mary never held his initial doubt against him. No record of resentment.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28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&amp; MARY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“Then Joseph being raised from sleep did as the angel of the Lord had bidden him, and took unto him his wife.”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Matthew 1:24 (KJV)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4663440"/>
            <a:ext cx="6035040" cy="1783080"/>
          </a:xfrm>
          <a:prstGeom prst="roundRect">
            <a:avLst>
              <a:gd name="adj" fmla="val 4103"/>
            </a:avLst>
          </a:prstGeom>
          <a:solidFill>
            <a:srgbClr val="06112B"/>
          </a:solidFill>
          <a:ln w="19050">
            <a:solidFill>
              <a:srgbClr val="C97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828032"/>
            <a:ext cx="5486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spc="20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JESUS BRIDGE</a:t>
            </a:r>
            <a:endParaRPr lang="en-US" sz="13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doesn't hold our first reaction against us. He gives us the dream, the word, the correction — and waits for obedience, not perfection.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8368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— THIS WEEK</a:t>
            </a:r>
            <a:endParaRPr lang="en-US" sz="135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has God corrected your first instinct about your spouse? Have you obeyed — or are you still holding the original assumption?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75712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ALSO   </a:t>
            </a:r>
            <a:pPr indent="0" marL="0">
              <a:buNone/>
            </a:pPr>
            <a:r>
              <a:rPr lang="en-US" sz="14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 1:26-38  ·  Luke 2:41-52  ·  Matthew 2:13-23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63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#7  </a:t>
            </a:r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CHRIST &amp; THE CHURCH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676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Ultimate Marriage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BLESSING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earthly marriage is a shadow of this one. He gave everything; we are made spotless.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COMPLEMENT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 brings sacrificial initiative — He loved first, died first, serves first. The Church brings responsive devotion — we love because He first loved us. He initiates; we respond. He gives; we receive and reflect.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463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#7  </a:t>
            </a:r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CHRIST &amp; THE CHURCH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676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 Over Judgment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2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SHORTCOMING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Church — the bride — is unfaithful. Over and over. Idolatry, lukewarmness, division, pride. Every sin in the book.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402336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06112B"/>
          </a:solidFill>
          <a:ln w="19050">
            <a:solidFill>
              <a:srgbClr val="C97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5196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spc="20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GRACE MOMENT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doesn't divorce His bride. He doesn't give up. He intercedes, sanctifies, corrects, and keeps presenting us “without spot or wrinkle.” Grace upon grace upon grace.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365760" cy="365760"/>
          </a:xfrm>
          <a:prstGeom prst="ellipse">
            <a:avLst/>
          </a:prstGeom>
          <a:ln w="2222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"/>
            <a:ext cx="365760" cy="365760"/>
          </a:xfrm>
          <a:prstGeom prst="ellipse">
            <a:avLst/>
          </a:prstGeom>
          <a:ln w="2222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28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 &amp; THE CHURCH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“Husbands, love your wives, even as Christ also loved the church, and gave himself for it; that he might sanctify and cleanse it with the washing of water by the word, that he might present it to himself a glorious church, not having spot, or wrinkle, or any such thing; but that it should be holy and without blemish.”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Ephesians 5:25-27 (KJV)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4663440"/>
            <a:ext cx="6035040" cy="1783080"/>
          </a:xfrm>
          <a:prstGeom prst="roundRect">
            <a:avLst>
              <a:gd name="adj" fmla="val 4103"/>
            </a:avLst>
          </a:prstGeom>
          <a:solidFill>
            <a:srgbClr val="06112B"/>
          </a:solidFill>
          <a:ln w="19050">
            <a:solidFill>
              <a:srgbClr val="C97B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828032"/>
            <a:ext cx="5486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spc="20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JESUS BRIDGE</a:t>
            </a:r>
            <a:endParaRPr lang="en-US" sz="13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bridge. Every marriage before this one was a rehearsal. Every act of grace one spouse gives another is an echo of what Christ does for us daily.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8368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— THIS WEEK</a:t>
            </a:r>
            <a:endParaRPr lang="en-US" sz="135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6 marriages above most mirrors your own? Where has your spouse shown you grace you didn't deserve? Tell them — out loud — before you go to bed tonight.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75712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ALSO   </a:t>
            </a:r>
            <a:pPr indent="0" marL="0">
              <a:buNone/>
            </a:pPr>
            <a:r>
              <a:rPr lang="en-US" sz="14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19:7-9  ·  Rev 21:2  ·  Hosea 2:19-20  ·  2 Cor 11:2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926080" y="502920"/>
            <a:ext cx="548640" cy="548640"/>
          </a:xfrm>
          <a:prstGeom prst="ellipse">
            <a:avLst/>
          </a:prstGeom>
          <a:ln w="28575">
            <a:solidFill>
              <a:srgbClr val="D4A8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502920"/>
            <a:ext cx="548640" cy="548640"/>
          </a:xfrm>
          <a:prstGeom prst="ellipse">
            <a:avLst/>
          </a:prstGeom>
          <a:ln w="28575">
            <a:solidFill>
              <a:srgbClr val="C97B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6309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GRACE.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 judgment.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65760" y="4023360"/>
            <a:ext cx="6126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blessed marriage has a shortcoming.</a:t>
            </a:r>
            <a:endParaRPr lang="en-US" sz="19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shortcoming has a moment of grace.</a:t>
            </a:r>
            <a:endParaRPr lang="en-US" sz="19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moment of grace points to Jesus —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i="1" dirty="0">
                <a:solidFill>
                  <a:srgbClr val="C97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Bridegroom who gave Himself for His bride.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11480" y="6309360"/>
            <a:ext cx="6035040" cy="1463040"/>
          </a:xfrm>
          <a:prstGeom prst="roundRect">
            <a:avLst>
              <a:gd name="adj" fmla="val 5000"/>
            </a:avLst>
          </a:prstGeom>
          <a:solidFill>
            <a:srgbClr val="06112B"/>
          </a:solidFill>
          <a:ln w="15875">
            <a:solidFill>
              <a:srgbClr val="D4A8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64465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spc="3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</a:t>
            </a:r>
            <a:endParaRPr lang="en-US" sz="14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spouse one specific way they've shown you grace. Do it today.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A PRAYER REQUEST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920240" y="1417320"/>
            <a:ext cx="30175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pic>
        <p:nvPicPr>
          <p:cNvPr id="6" name="Image 0" descr="qr/pr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600200"/>
            <a:ext cx="2651760" cy="265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with your phone camera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5074920"/>
            <a:ext cx="5760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“And the LORD God said, It is not good that the man should be alone; I will make him an help meet for him.”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Genesis 2:18 (KJV)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 BIBLE BINGO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920240" y="1417320"/>
            <a:ext cx="30175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pic>
        <p:nvPicPr>
          <p:cNvPr id="6" name="Image 0" descr="qr/bin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600200"/>
            <a:ext cx="2651760" cy="265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with your phone camera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5074920"/>
            <a:ext cx="5760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“Two are better than one; because they have a good reward for their labour.”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Ecclesiastes 4:9 (KJV)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8001000"/>
            <a:ext cx="6583680" cy="4023360"/>
          </a:xfrm>
          <a:prstGeom prst="rect">
            <a:avLst/>
          </a:prstGeom>
          <a:solidFill>
            <a:srgbClr val="000014"/>
          </a:solidFill>
          <a:ln w="12700">
            <a:solidFill>
              <a:srgbClr val="1B2A4A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7220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4A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THE QUIZ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920240" y="1417320"/>
            <a:ext cx="30175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pic>
        <p:nvPicPr>
          <p:cNvPr id="6" name="Image 0" descr="qr/qu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600200"/>
            <a:ext cx="2651760" cy="265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with your phone camera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5074920"/>
            <a:ext cx="5760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therefore God hath joined together, let not man put asunder.”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Mark 10:9 (KJV)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7406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staytheway.com  —  StayTheWay Ministry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Marriages God Blessed — Grace Over Judgment</dc:title>
  <dc:subject>PptxGenJS Presentation</dc:subject>
  <dc:creator>StayTheWay Ministry</dc:creator>
  <cp:lastModifiedBy>StayTheWay Ministry</cp:lastModifiedBy>
  <cp:revision>1</cp:revision>
  <dcterms:created xsi:type="dcterms:W3CDTF">2026-07-05T16:11:56Z</dcterms:created>
  <dcterms:modified xsi:type="dcterms:W3CDTF">2026-07-05T16:11:56Z</dcterms:modified>
</cp:coreProperties>
</file>