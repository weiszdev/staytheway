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 · PROVERBS 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REJOICING</a:t>
            </a:r>
            <a:endParaRPr lang="en-US" sz="4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EVERY SIDE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b="1" i="1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Reset for When We've Lost Our Way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675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STAYTHEWAY · SUNDAY TEACHING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47672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 notice how a bad mood</a:t>
            </a:r>
            <a:endParaRPr lang="en-US" sz="2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start big?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25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small.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663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complaint.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0760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used to be fine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to annoy you.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642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few days.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75304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sad about anything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You're just... empty.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58698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why.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369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500" b="1" spc="4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032504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212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b="1" i="1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joy drains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968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PROVERBS 13:1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46704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wise son heareth his father's</a:t>
            </a:r>
            <a:endParaRPr lang="en-US" sz="2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6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instruction: but a scorner heareth</a:t>
            </a:r>
            <a:endParaRPr lang="en-US" sz="2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6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rebuke.”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984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KJV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93976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wise son isn't the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smartest one.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75304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the one who stays close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still hear the Father.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78424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scorner isn't evil.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just stopped listening.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33856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do we stay close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hear Him?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42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“check in on Sunday.”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398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DEUTERONOMY 6:6–9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9826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sit in your house.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walk outside.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lie down.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rise up.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hand. Before your eyes.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doorframe.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00430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 into the day — not</a:t>
            </a:r>
            <a:endParaRPr lang="en-US" sz="1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 onto one hour of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48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55:17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98064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“Evening, and morning, and at</a:t>
            </a:r>
            <a:endParaRPr lang="en-US" sz="2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4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noon, will I pray, and cry</a:t>
            </a:r>
            <a:endParaRPr lang="en-US" sz="2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4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aloud.”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29784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kept that same rhythm —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it was dangerous to.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471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6:10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41932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that close, and</a:t>
            </a:r>
            <a:endParaRPr lang="en-US" sz="2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65:12 is the result: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232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rejoicing on every side.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606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forget — and the joy</a:t>
            </a:r>
            <a:endParaRPr lang="en-US" sz="2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crash.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19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leaks.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7568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rejoicing.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4553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noticing what's annoying.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15384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noticing what's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50992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slips — until despair is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where you live now.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369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500" b="1" spc="4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032504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Metaphor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212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b="1" i="1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Recharging what food can't reach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44752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charge your phone</a:t>
            </a:r>
            <a:endParaRPr lang="en-US" sz="2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argues about that.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phone is useless.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9204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eat several times</a:t>
            </a:r>
            <a:endParaRPr lang="en-US" sz="2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reminds you.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skip it.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340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4:4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83864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 shall not live by bread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alone, but by every word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proceedeth out of the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mouth of God.”</a:t>
            </a:r>
            <a:endParaRPr 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0535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recharges your body.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66644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Word recharges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of you.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24044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made in the image and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likeness of God — and part of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likeness is emotion.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900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1:26–27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7957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gave you emotions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enjoy life with.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0837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emotions don't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themselves.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354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i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 is the regulator.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44184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it, and emotions get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up — fear, desperation,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depression, pain, stress.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481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PROVERBS 14:30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2890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sound heart is the life of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flesh: but envy, the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rottenness of the bones.”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320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PROVERBS 17:22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36108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merry heart doeth good like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medicine: but a broken spirit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drieth the bones.”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190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32:3–4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bones waxed old through my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roaring all the day long...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moisture is turned into the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drought of summer.”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38:3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550408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 is no soundness in my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flesh... neither is there any rest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my bones.”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99616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not modern</a:t>
            </a:r>
            <a:endParaRPr lang="en-US" sz="25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5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psychology.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9544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Bible —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centuries ahead of it.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58384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aching somewhere you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explain — it might be a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that's been running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empty.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369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500" b="1" spc="4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032504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212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b="1" i="1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65:11–13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326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65:12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099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KJV / NKJV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68296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“...the little hills rejoice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every side.”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227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81144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“...the hills are clothed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gladness.”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356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793992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“...the hills gird themselves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joy.”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93292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one verse to find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starts.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934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1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65:11 · KJV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433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“Thou crownest the year with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thy goodness; and thy paths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fatness.”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835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1948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“...your wagon tracks overflow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abundance.”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33856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the wilderness</a:t>
            </a:r>
            <a:endParaRPr lang="en-US" sz="2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itself into fruit.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54096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GOD crowning.</a:t>
            </a:r>
            <a:endParaRPr lang="en-US" sz="2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6E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GOD's paths overflowing.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294376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12 is that overflow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in the last place</a:t>
            </a:r>
            <a:endParaRPr lang="en-US" sz="20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expect it 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05002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3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wilderness.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339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1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65:13 · KJV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83764"/>
            <a:ext cx="5760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pastures are clothed with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flocks; the valleys also are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over with corn; they</a:t>
            </a:r>
            <a:endParaRPr lang="en-US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shout for joy, they also sing.”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84164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is singing.</a:t>
            </a:r>
            <a:endParaRPr lang="en-US" sz="2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farmer.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516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RESET, IN ONE SENTENCE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1178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you've lost your way, God's goodness doesn't wait for you to reach fertile ground.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5549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3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drops on the wilderness you're already standing in.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310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2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do you stay there?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111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12:2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61004"/>
            <a:ext cx="5760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2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 not conformed to this world:</a:t>
            </a:r>
            <a:endParaRPr lang="en-US" sz="2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2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be ye transformed by the</a:t>
            </a:r>
            <a:endParaRPr lang="en-US" sz="2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200" b="1" i="1" dirty="0">
                <a:solidFill>
                  <a:srgbClr val="2E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renewing of your mind.”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29884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gritting your teeth through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feeling. A mind renewed on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that doesn't move.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91056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— wise son,</a:t>
            </a:r>
            <a:endParaRPr lang="en-US" sz="3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scorner?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21024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being smart.</a:t>
            </a:r>
            <a:endParaRPr lang="en-US" sz="2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staying close enough</a:t>
            </a:r>
            <a:endParaRPr lang="en-US" sz="2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9B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still hear Him.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98464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Morning. Noon. Night.</a:t>
            </a:r>
            <a:endParaRPr lang="en-US" sz="2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20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every check-in in between.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1450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plug.</a:t>
            </a:r>
            <a:endParaRPr lang="en-US" sz="2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charge.</a:t>
            </a:r>
            <a:endParaRPr lang="en-US" sz="23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food that isn't bread.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457700"/>
            <a:ext cx="5760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close — and even your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wilderness will rejoice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every side.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808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b="1" spc="200" kern="0" dirty="0">
                <a:solidFill>
                  <a:srgbClr val="6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STAYTHEWAY · PSALM 65 · PROVERBS 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2026-09-13T15:57:16Z</dcterms:created>
  <dcterms:modified xsi:type="dcterms:W3CDTF">2026-09-13T15:57:16Z</dcterms:modified>
</cp:coreProperties>
</file>