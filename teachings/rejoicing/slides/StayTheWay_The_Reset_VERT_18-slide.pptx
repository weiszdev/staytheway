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6858000" cy="12192610"/>
  <p:notesSz cx="1219261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SUNDAY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RESET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2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WHEN YOU'VE LOST YOUR WAY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77440" y="2834640"/>
            <a:ext cx="2103120" cy="54864"/>
          </a:xfrm>
          <a:prstGeom prst="rect">
            <a:avLst/>
          </a:prstGeom>
          <a:solidFill>
            <a:srgbClr val="D4B46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108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Proverbs 13  ·  Psalm 65:11–13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Hear the Father.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Let His Word drop on the dry place.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Rejoice on every side.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reset for when we have lost our way.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92608" y="2331720"/>
            <a:ext cx="6272784" cy="1298448"/>
          </a:xfrm>
          <a:prstGeom prst="roundRect">
            <a:avLst>
              <a:gd name="adj" fmla="val 7042"/>
            </a:avLst>
          </a:prstGeom>
          <a:solidFill>
            <a:srgbClr val="1C263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780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597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84378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Stay close enough to catch the Father's instruction.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2608" y="3749040"/>
            <a:ext cx="6272784" cy="1298448"/>
          </a:xfrm>
          <a:prstGeom prst="roundRect">
            <a:avLst>
              <a:gd name="adj" fmla="val 7042"/>
            </a:avLst>
          </a:prstGeom>
          <a:solidFill>
            <a:srgbClr val="1C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953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8770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NAME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2611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Call the drain what it is — unplugged, unfed, mixed-up.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" y="5166360"/>
            <a:ext cx="6272784" cy="1298448"/>
          </a:xfrm>
          <a:prstGeom prst="roundRect">
            <a:avLst>
              <a:gd name="adj" fmla="val 7042"/>
            </a:avLst>
          </a:prstGeom>
          <a:solidFill>
            <a:srgbClr val="1C263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3126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2943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DROP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56784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Let Psalm 65 fatness land on the wilderness.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HEAR THE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FATHER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4709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Proverbs 13:1  ·  Deuteronomy 6:6–7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HEAR THE FATHER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1691640"/>
          </a:xfrm>
          <a:prstGeom prst="roundRect">
            <a:avLst>
              <a:gd name="adj" fmla="val 5405"/>
            </a:avLst>
          </a:prstGeom>
          <a:solidFill>
            <a:srgbClr val="F6EFE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612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PROVERBS 13:1  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A wise son heareth his father's instruction: but a scorner heareth not rebuke.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reset does not start with a mood change.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It starts with hearing.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41148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A scorner is not always loud. Sometimes he is just too busy, too tired, or too full to hear.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HOW DO WE STAY CLOSE?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Check in with the Father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multiple times a day.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2608" y="2286000"/>
            <a:ext cx="6272784" cy="2148840"/>
          </a:xfrm>
          <a:prstGeom prst="roundRect">
            <a:avLst>
              <a:gd name="adj" fmla="val 4255"/>
            </a:avLst>
          </a:prstGeom>
          <a:solidFill>
            <a:srgbClr val="F6EFE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DEUTERONOMY 6:7  KJV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Talk of them when thou sittest in thine house, and when thou walkest by the way, and when thou liest down, and when thou risest up.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2608" y="4937760"/>
            <a:ext cx="6272784" cy="1234440"/>
          </a:xfrm>
          <a:prstGeom prst="roundRect">
            <a:avLst>
              <a:gd name="adj" fmla="val 7407"/>
            </a:avLst>
          </a:prstGeom>
          <a:solidFill>
            <a:srgbClr val="1C2630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507492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MORNING   ·   NOON   ·   NIGHT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5532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The little check-ins keep you near enough to hear.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TWO PICTURES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2240280"/>
          </a:xfrm>
          <a:prstGeom prst="roundRect">
            <a:avLst>
              <a:gd name="adj" fmla="val 4082"/>
            </a:avLst>
          </a:prstGeom>
          <a:solidFill>
            <a:srgbClr val="1C26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PHONE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594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Forget the cord and the battery dies. A dead device is still a device. It just cannot do what it was made to do.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" y="3429000"/>
            <a:ext cx="6272784" cy="3246120"/>
          </a:xfrm>
          <a:prstGeom prst="roundRect">
            <a:avLst>
              <a:gd name="adj" fmla="val 2817"/>
            </a:avLst>
          </a:prstGeom>
          <a:solidFill>
            <a:srgbClr val="F6EFE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MATTHEW 4:4  ·  DEUT 8:3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Man shall not live by bread alone, but by every word that proceedeth out of the mouth of God.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55778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 can be stuffed and still empty.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NAME THE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DRAIN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4709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Proverbs 13:12  ·  Bones  ·  Romans 12:2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WHAT IF WE FORGET?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78992"/>
            <a:ext cx="6272784" cy="841248"/>
          </a:xfrm>
          <a:prstGeom prst="roundRect">
            <a:avLst>
              <a:gd name="adj" fmla="val 10870"/>
            </a:avLst>
          </a:prstGeom>
          <a:solidFill>
            <a:srgbClr val="1C26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24358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Rejoicing thins out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" y="2039112"/>
            <a:ext cx="6272784" cy="841248"/>
          </a:xfrm>
          <a:prstGeom prst="roundRect">
            <a:avLst>
              <a:gd name="adj" fmla="val 10870"/>
            </a:avLst>
          </a:prstGeom>
          <a:solidFill>
            <a:srgbClr val="1C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20370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Little complaints get loud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92608" y="2999232"/>
            <a:ext cx="6272784" cy="841248"/>
          </a:xfrm>
          <a:prstGeom prst="roundRect">
            <a:avLst>
              <a:gd name="adj" fmla="val 10870"/>
            </a:avLst>
          </a:prstGeom>
          <a:solidFill>
            <a:srgbClr val="1C26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Annoying things get the airtime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92608" y="3959352"/>
            <a:ext cx="6272784" cy="841248"/>
          </a:xfrm>
          <a:prstGeom prst="roundRect">
            <a:avLst>
              <a:gd name="adj" fmla="val 10870"/>
            </a:avLst>
          </a:prstGeom>
          <a:solidFill>
            <a:srgbClr val="1C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1239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Mood slips toward sadness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92608" y="4919472"/>
            <a:ext cx="6272784" cy="841248"/>
          </a:xfrm>
          <a:prstGeom prst="roundRect">
            <a:avLst>
              <a:gd name="adj" fmla="val 10870"/>
            </a:avLst>
          </a:prstGeom>
          <a:solidFill>
            <a:srgbClr val="1C263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20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508406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yuck of despair walks in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SICK HEART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1965960"/>
          </a:xfrm>
          <a:prstGeom prst="roundRect">
            <a:avLst>
              <a:gd name="adj" fmla="val 4651"/>
            </a:avLst>
          </a:prstGeom>
          <a:solidFill>
            <a:srgbClr val="F6EFE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612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PROVERBS 13:12  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Hope deferred maketh the heart sick: but when the desire cometh, it is a tree of life.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" y="3200400"/>
            <a:ext cx="6272784" cy="2880360"/>
          </a:xfrm>
          <a:prstGeom prst="roundRect">
            <a:avLst>
              <a:gd name="adj" fmla="val 3175"/>
            </a:avLst>
          </a:prstGeom>
          <a:solidFill>
            <a:srgbClr val="1C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KEEP READING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v.13  Despise the Word — ruin.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Fear the commandment — reward.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v.14  The law of the wise is a fountain of life.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IT SHOWS UP IN THE BODY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Mixed-up emotions are not “just in your head.”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" y="1737360"/>
            <a:ext cx="6272784" cy="987552"/>
          </a:xfrm>
          <a:prstGeom prst="roundRect">
            <a:avLst>
              <a:gd name="adj" fmla="val 9259"/>
            </a:avLst>
          </a:prstGeom>
          <a:solidFill>
            <a:srgbClr val="F6EFE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PROV 14:30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Envy is rottenness of the bones.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" y="2816352"/>
            <a:ext cx="6272784" cy="987552"/>
          </a:xfrm>
          <a:prstGeom prst="roundRect">
            <a:avLst>
              <a:gd name="adj" fmla="val 9259"/>
            </a:avLst>
          </a:prstGeom>
          <a:solidFill>
            <a:srgbClr val="1C263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077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PROV 17:22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A broken spirit drieth the bones.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" y="3895344"/>
            <a:ext cx="6272784" cy="987552"/>
          </a:xfrm>
          <a:prstGeom prst="roundRect">
            <a:avLst>
              <a:gd name="adj" fmla="val 9259"/>
            </a:avLst>
          </a:prstGeom>
          <a:solidFill>
            <a:srgbClr val="F6EFE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867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PROV 12:4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6110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Shame is as rottenness in his bones.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4974336"/>
            <a:ext cx="6272784" cy="987552"/>
          </a:xfrm>
          <a:prstGeom prst="roundRect">
            <a:avLst>
              <a:gd name="adj" fmla="val 9259"/>
            </a:avLst>
          </a:prstGeom>
          <a:solidFill>
            <a:srgbClr val="1C263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65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HAB 3:16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3400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Rottenness entered into my bones.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STANDARD DOES NOT CHANGE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1965960"/>
          </a:xfrm>
          <a:prstGeom prst="roundRect">
            <a:avLst>
              <a:gd name="adj" fmla="val 4651"/>
            </a:avLst>
          </a:prstGeom>
          <a:solidFill>
            <a:srgbClr val="F6EFE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612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ROMANS 12:2  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Be not conformed to this world: but be ye transformed by the renewing of your mind.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 do not decorate the crooked path.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 let truth transform the thinking.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452628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Emotions need grounded, rooted truth that does not shift with the mood.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LET IT DROP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UNTIL THE HILLS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REJOICE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50292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Psalm 65:11 defines  ·  12–13 overflow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v.11  THE SOURCE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Thou crownest the year with thy goodness; and thy paths drop fatness.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" y="228600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NKJV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You crown the year with Your goodness, And Your paths drip with abundance.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" y="352044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You crown the year with your bounty; your wagon tracks overflow with abundance.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2608" y="475488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NIV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120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You crown the year with your bounty, and your carts overflow with abundance.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v.12  THE LANDING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3063240"/>
          </a:xfrm>
          <a:prstGeom prst="roundRect">
            <a:avLst>
              <a:gd name="adj" fmla="val 2985"/>
            </a:avLst>
          </a:prstGeom>
          <a:solidFill>
            <a:srgbClr val="F6EFE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PSALM 65:12  KJV / NKJV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They drop upon the pastures of the wilderness: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C8E09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52928"/>
            <a:ext cx="5724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and the little hills rejoice on every side.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" y="429768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It lands on the WILDERNESS — not the already-pretty garden. That is the reset.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v.12  SIDE BY SIDE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43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They drop upon the pastures of the wilderness: and the little hills rejoice on every side.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" y="228600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NKJV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They drop on the pastures of the wilderness, And the little hills rejoice on every side.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" y="352044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The pastures of the wilderness overflow, the hills gird themselves with joy.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2608" y="4754880"/>
            <a:ext cx="6272784" cy="1143000"/>
          </a:xfrm>
          <a:prstGeom prst="roundRect">
            <a:avLst>
              <a:gd name="adj" fmla="val 8000"/>
            </a:avLst>
          </a:prstGeom>
          <a:solidFill>
            <a:srgbClr val="1C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46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NIV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120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The grasslands of the wilderness overflow; the hills are clothed with gladness.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53035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4B46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5303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53035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v.13  THE RESULT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" y="1051560"/>
            <a:ext cx="6272784" cy="2240280"/>
          </a:xfrm>
          <a:prstGeom prst="roundRect">
            <a:avLst>
              <a:gd name="adj" fmla="val 4082"/>
            </a:avLst>
          </a:prstGeom>
          <a:solidFill>
            <a:srgbClr val="F6EFE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612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2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PSALM 65:13  KJV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bhaya Libre ExtraBold" pitchFamily="34" charset="0"/>
                <a:ea typeface="Abhaya Libre ExtraBold" pitchFamily="34" charset="-122"/>
                <a:cs typeface="Abhaya Libre ExtraBold" pitchFamily="34" charset="-120"/>
              </a:rPr>
              <a:t>The pastures are clothed with flocks; the valleys also are covered over with corn; they shout for joy, they also sing.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" y="3474720"/>
            <a:ext cx="6272784" cy="2468880"/>
          </a:xfrm>
          <a:prstGeom prst="roundRect">
            <a:avLst>
              <a:gd name="adj" fmla="val 3704"/>
            </a:avLst>
          </a:prstGeom>
          <a:solidFill>
            <a:srgbClr val="1C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PLUGGED 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Rejoicing on every side.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UNPLUGGED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2B4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The wilderness stays wilderness. The yuck grows.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GO DO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YOUR MOVE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005840"/>
            <a:ext cx="6272784" cy="1115568"/>
          </a:xfrm>
          <a:prstGeom prst="roundRect">
            <a:avLst>
              <a:gd name="adj" fmla="val 8197"/>
            </a:avLst>
          </a:prstGeom>
          <a:solidFill>
            <a:srgbClr val="1C263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98448"/>
            <a:ext cx="530352" cy="530352"/>
          </a:xfrm>
          <a:prstGeom prst="ellipse">
            <a:avLst/>
          </a:prstGeom>
          <a:solidFill>
            <a:srgbClr val="D4B46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120700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Read Proverbs 13 slowly today.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" y="2240280"/>
            <a:ext cx="6272784" cy="1115568"/>
          </a:xfrm>
          <a:prstGeom prst="roundRect">
            <a:avLst>
              <a:gd name="adj" fmla="val 8197"/>
            </a:avLst>
          </a:prstGeom>
          <a:solidFill>
            <a:srgbClr val="1C263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32888"/>
            <a:ext cx="530352" cy="530352"/>
          </a:xfrm>
          <a:prstGeom prst="ellipse">
            <a:avLst/>
          </a:prstGeom>
          <a:solidFill>
            <a:srgbClr val="D4B46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44144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Read Psalm 65:11–13 in KJV, NKJV, ESV, NIV.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2608" y="3474720"/>
            <a:ext cx="6272784" cy="1115568"/>
          </a:xfrm>
          <a:prstGeom prst="roundRect">
            <a:avLst>
              <a:gd name="adj" fmla="val 8197"/>
            </a:avLst>
          </a:prstGeom>
          <a:solidFill>
            <a:srgbClr val="1C263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67328"/>
            <a:ext cx="530352" cy="530352"/>
          </a:xfrm>
          <a:prstGeom prst="ellipse">
            <a:avLst/>
          </a:prstGeom>
          <a:solidFill>
            <a:srgbClr val="D4B4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67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367588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Ask: Father, where have I stopped hearing You?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4709160"/>
            <a:ext cx="6272784" cy="1115568"/>
          </a:xfrm>
          <a:prstGeom prst="roundRect">
            <a:avLst>
              <a:gd name="adj" fmla="val 8197"/>
            </a:avLst>
          </a:prstGeom>
          <a:solidFill>
            <a:srgbClr val="1C263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5001768"/>
            <a:ext cx="530352" cy="530352"/>
          </a:xfrm>
          <a:prstGeom prst="ellipse">
            <a:avLst/>
          </a:prstGeom>
          <a:solidFill>
            <a:srgbClr val="D4B46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001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8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491032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Name one wilderness pasture. Let it drop.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2610"/>
          </a:xfrm>
          <a:prstGeom prst="rect">
            <a:avLst/>
          </a:prstGeom>
          <a:solidFill>
            <a:srgbClr val="12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3840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B46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54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STAYTHEWAY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6309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LITTLE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HILLS CAN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6EFE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REJOICE AGAIN.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377440" y="4160520"/>
            <a:ext cx="2103120" cy="54864"/>
          </a:xfrm>
          <a:prstGeom prst="rect">
            <a:avLst/>
          </a:prstGeom>
          <a:solidFill>
            <a:srgbClr val="D4B46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389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B46A"/>
                </a:solidFill>
                <a:latin typeface="Alegreya" pitchFamily="34" charset="0"/>
                <a:ea typeface="Alegreya" pitchFamily="34" charset="-122"/>
                <a:cs typeface="Alegreya" pitchFamily="34" charset="-120"/>
              </a:rPr>
              <a:t>Psalm 65:12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50292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C2B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deep. Think biblically.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7818120"/>
            <a:ext cx="6345936" cy="4160520"/>
          </a:xfrm>
          <a:prstGeom prst="roundRect">
            <a:avLst>
              <a:gd name="adj" fmla="val 3516"/>
            </a:avLst>
          </a:prstGeom>
          <a:solidFill>
            <a:srgbClr val="0B0F14"/>
          </a:solidFill>
          <a:ln w="12700">
            <a:solidFill>
              <a:srgbClr val="D4B46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Reset | StayTheWay Sunday</dc:title>
  <dc:subject>Proverbs 13 + Psalm 65:12</dc:subject>
  <dc:creator>StayTheWay</dc:creator>
  <cp:lastModifiedBy>StayTheWay</cp:lastModifiedBy>
  <cp:revision>1</cp:revision>
  <dcterms:created xsi:type="dcterms:W3CDTF">2026-09-13T16:09:46Z</dcterms:created>
  <dcterms:modified xsi:type="dcterms:W3CDTF">2026-09-13T16:09:46Z</dcterms:modified>
</cp:coreProperties>
</file>